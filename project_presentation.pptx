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21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5143500"/>
          </a:xfrm>
          <a:prstGeom prst="rect">
            <a:avLst/>
          </a:prstGeom>
          <a:solidFill>
            <a:srgbClr val="007C87"/>
          </a:solidFill>
          <a:ln w="12700">
            <a:solidFill>
              <a:srgbClr val="007C8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28016" y="0"/>
            <a:ext cx="9015984" cy="292608"/>
          </a:xfrm>
          <a:prstGeom prst="rect">
            <a:avLst/>
          </a:prstGeom>
          <a:solidFill>
            <a:srgbClr val="0A1A2E"/>
          </a:solidFill>
          <a:ln w="12700">
            <a:solidFill>
              <a:srgbClr val="0A1A2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0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007C87"/>
                </a:solidFill>
              </a:rPr>
              <a:t>C++ Object-Oriented Programming Case Study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502920"/>
            <a:ext cx="8321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0" b="1" spc="3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Pharmacy</a:t>
            </a:r>
            <a:endParaRPr lang="en-US" sz="5800" dirty="0"/>
          </a:p>
        </p:txBody>
      </p:sp>
      <p:sp>
        <p:nvSpPr>
          <p:cNvPr id="6" name="Text 4"/>
          <p:cNvSpPr/>
          <p:nvPr/>
        </p:nvSpPr>
        <p:spPr>
          <a:xfrm>
            <a:off x="457200" y="1261872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07C8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Inventory &amp; Expiry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457200" y="1883664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90CAF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Management System</a:t>
            </a:r>
            <a:endParaRPr lang="en-US" sz="4400" dirty="0"/>
          </a:p>
        </p:txBody>
      </p:sp>
      <p:sp>
        <p:nvSpPr>
          <p:cNvPr id="8" name="Shape 6"/>
          <p:cNvSpPr/>
          <p:nvPr/>
        </p:nvSpPr>
        <p:spPr>
          <a:xfrm>
            <a:off x="457200" y="2633472"/>
            <a:ext cx="8229600" cy="0"/>
          </a:xfrm>
          <a:prstGeom prst="line">
            <a:avLst/>
          </a:prstGeom>
          <a:noFill/>
          <a:ln w="19050">
            <a:solidFill>
              <a:srgbClr val="007C8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272491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0CAF9"/>
                </a:solidFill>
              </a:rPr>
              <a:t>Developed for HealthPlus Pharmacy  |  Real-time inventory control with automated expiry management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3127248"/>
            <a:ext cx="1920240" cy="1051560"/>
          </a:xfrm>
          <a:prstGeom prst="rect">
            <a:avLst/>
          </a:prstGeom>
          <a:solidFill>
            <a:srgbClr val="112233"/>
          </a:solidFill>
          <a:ln w="12700">
            <a:solidFill>
              <a:srgbClr val="00ACC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320040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0ACC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8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457200" y="3785616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0CAF9"/>
                </a:solidFill>
              </a:rPr>
              <a:t>Sample Medicines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606040" y="3127248"/>
            <a:ext cx="1920240" cy="1051560"/>
          </a:xfrm>
          <a:prstGeom prst="rect">
            <a:avLst/>
          </a:prstGeom>
          <a:solidFill>
            <a:srgbClr val="112233"/>
          </a:solidFill>
          <a:ln w="12700">
            <a:solidFill>
              <a:srgbClr val="00ACC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06040" y="320040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0ACC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11</a:t>
            </a:r>
            <a:endParaRPr lang="en-US" sz="3400" dirty="0"/>
          </a:p>
        </p:txBody>
      </p:sp>
      <p:sp>
        <p:nvSpPr>
          <p:cNvPr id="15" name="Text 13"/>
          <p:cNvSpPr/>
          <p:nvPr/>
        </p:nvSpPr>
        <p:spPr>
          <a:xfrm>
            <a:off x="2606040" y="3785616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0CAF9"/>
                </a:solidFill>
              </a:rPr>
              <a:t>Menu Features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754880" y="3127248"/>
            <a:ext cx="1920240" cy="1051560"/>
          </a:xfrm>
          <a:prstGeom prst="rect">
            <a:avLst/>
          </a:prstGeom>
          <a:solidFill>
            <a:srgbClr val="112233"/>
          </a:solidFill>
          <a:ln w="12700">
            <a:solidFill>
              <a:srgbClr val="00ACC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54880" y="320040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0ACC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3400" dirty="0"/>
          </a:p>
        </p:txBody>
      </p:sp>
      <p:sp>
        <p:nvSpPr>
          <p:cNvPr id="18" name="Text 16"/>
          <p:cNvSpPr/>
          <p:nvPr/>
        </p:nvSpPr>
        <p:spPr>
          <a:xfrm>
            <a:off x="4754880" y="3785616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0CAF9"/>
                </a:solidFill>
              </a:rPr>
              <a:t>OOP Classes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903720" y="3127248"/>
            <a:ext cx="1920240" cy="1051560"/>
          </a:xfrm>
          <a:prstGeom prst="rect">
            <a:avLst/>
          </a:prstGeom>
          <a:solidFill>
            <a:srgbClr val="112233"/>
          </a:solidFill>
          <a:ln w="12700">
            <a:solidFill>
              <a:srgbClr val="00ACC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903720" y="320040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0ACC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532</a:t>
            </a:r>
            <a:endParaRPr lang="en-US" sz="3400" dirty="0"/>
          </a:p>
        </p:txBody>
      </p:sp>
      <p:sp>
        <p:nvSpPr>
          <p:cNvPr id="21" name="Text 19"/>
          <p:cNvSpPr/>
          <p:nvPr/>
        </p:nvSpPr>
        <p:spPr>
          <a:xfrm>
            <a:off x="6903720" y="3785616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0CAF9"/>
                </a:solidFill>
              </a:rPr>
              <a:t>Lines of C++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50D1A"/>
          </a:solidFill>
          <a:ln w="12700">
            <a:solidFill>
              <a:srgbClr val="050D1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7C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g++ -std=c++17 -o pharmacy pharmacy_inventory.cpp     |     ./pharmacy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1920240" cy="27432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0116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OVERVIEW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548640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213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Problem Statement &amp; Solution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1042416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46E7A"/>
                </a:solidFill>
              </a:rPr>
              <a:t>Why pharmacies need an automated inventory system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7C87"/>
                </a:solidFill>
              </a:rPr>
              <a:t>Pharmacy Inventory &amp; Expiry Management System  |  C++ OOP Project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20040" y="1389888"/>
            <a:ext cx="4023360" cy="274320"/>
          </a:xfrm>
          <a:prstGeom prst="rect">
            <a:avLst/>
          </a:prstGeom>
          <a:solidFill>
            <a:srgbClr val="B71C1C"/>
          </a:solidFill>
          <a:ln w="12700">
            <a:solidFill>
              <a:srgbClr val="B71C1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1389888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0040" y="1709928"/>
            <a:ext cx="256032" cy="310896"/>
          </a:xfrm>
          <a:prstGeom prst="rect">
            <a:avLst/>
          </a:prstGeom>
          <a:solidFill>
            <a:srgbClr val="B71C1C"/>
          </a:solidFill>
          <a:ln w="12700">
            <a:solidFill>
              <a:srgbClr val="B71C1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" y="1709928"/>
            <a:ext cx="256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!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21792" y="1737360"/>
            <a:ext cx="3703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</a:rPr>
              <a:t>Expired medicines accidentally dispensed to patients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20040" y="2167128"/>
            <a:ext cx="256032" cy="310896"/>
          </a:xfrm>
          <a:prstGeom prst="rect">
            <a:avLst/>
          </a:prstGeom>
          <a:solidFill>
            <a:srgbClr val="B71C1C"/>
          </a:solidFill>
          <a:ln w="12700">
            <a:solidFill>
              <a:srgbClr val="B71C1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0040" y="2167128"/>
            <a:ext cx="256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!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21792" y="2194560"/>
            <a:ext cx="3703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</a:rPr>
              <a:t>No automatic low-stock alerts — frequent stockouts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20040" y="2624328"/>
            <a:ext cx="256032" cy="310896"/>
          </a:xfrm>
          <a:prstGeom prst="rect">
            <a:avLst/>
          </a:prstGeom>
          <a:solidFill>
            <a:srgbClr val="B71C1C"/>
          </a:solidFill>
          <a:ln w="12700">
            <a:solidFill>
              <a:srgbClr val="B71C1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0040" y="2624328"/>
            <a:ext cx="256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!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21792" y="2651760"/>
            <a:ext cx="3703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</a:rPr>
              <a:t>Manual expiry checks across 100s of products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20040" y="3081528"/>
            <a:ext cx="256032" cy="310896"/>
          </a:xfrm>
          <a:prstGeom prst="rect">
            <a:avLst/>
          </a:prstGeom>
          <a:solidFill>
            <a:srgbClr val="B71C1C"/>
          </a:solidFill>
          <a:ln w="12700">
            <a:solidFill>
              <a:srgbClr val="B71C1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0040" y="3081528"/>
            <a:ext cx="256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!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21792" y="3108960"/>
            <a:ext cx="3703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</a:rPr>
              <a:t>No audit trail for stock movements and sales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20040" y="3538728"/>
            <a:ext cx="256032" cy="310896"/>
          </a:xfrm>
          <a:prstGeom prst="rect">
            <a:avLst/>
          </a:prstGeom>
          <a:solidFill>
            <a:srgbClr val="B71C1C"/>
          </a:solidFill>
          <a:ln w="12700">
            <a:solidFill>
              <a:srgbClr val="B71C1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20040" y="3538728"/>
            <a:ext cx="256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!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21792" y="3566160"/>
            <a:ext cx="3703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</a:rPr>
              <a:t>Time-consuming manual restocking decisions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800600" y="1389888"/>
            <a:ext cx="4023360" cy="274320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00600" y="1389888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OUR SOLUTION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800600" y="1709928"/>
            <a:ext cx="256032" cy="310896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00600" y="1709928"/>
            <a:ext cx="256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✓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102352" y="1737360"/>
            <a:ext cx="3703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</a:rPr>
              <a:t>Automatic expiry check blocks every expired sale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800600" y="2167128"/>
            <a:ext cx="256032" cy="310896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00600" y="2167128"/>
            <a:ext cx="256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✓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102352" y="2194560"/>
            <a:ext cx="3703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</a:rPr>
              <a:t>Configurable reorder level triggers instant alerts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4800600" y="2624328"/>
            <a:ext cx="256032" cy="310896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800600" y="2624328"/>
            <a:ext cx="256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✓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5102352" y="2651760"/>
            <a:ext cx="3703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</a:rPr>
              <a:t>Expiry alert reports for 30-day and 90-day windows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4800600" y="3081528"/>
            <a:ext cx="256032" cy="310896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800600" y="3081528"/>
            <a:ext cx="256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✓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5102352" y="3108960"/>
            <a:ext cx="3703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</a:rPr>
              <a:t>Full transaction log: every sale, restock, disposal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4800600" y="3538728"/>
            <a:ext cx="256032" cy="310896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800600" y="3538728"/>
            <a:ext cx="256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✓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5102352" y="3566160"/>
            <a:ext cx="3703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</a:rPr>
              <a:t>Dashboard shows inventory value and stock health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320040" y="4315968"/>
            <a:ext cx="8503920" cy="384048"/>
          </a:xfrm>
          <a:prstGeom prst="rect">
            <a:avLst/>
          </a:prstGeom>
          <a:solidFill>
            <a:srgbClr val="E0F7FA"/>
          </a:solidFill>
          <a:ln w="12700">
            <a:solidFill>
              <a:srgbClr val="007C87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11480" y="4315968"/>
            <a:ext cx="8321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7C87"/>
                </a:solidFill>
              </a:rPr>
              <a:t>Key Innovation:  </a:t>
            </a:r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</a:rPr>
              <a:t>Every sell() call automatically checks expiry BEFORE allowing dispensing — expired medicines physically cannot be sold. Patient safety is enforced at the code level.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1920240" cy="274320"/>
          </a:xfrm>
          <a:prstGeom prst="rect">
            <a:avLst/>
          </a:prstGeom>
          <a:solidFill>
            <a:srgbClr val="007C87"/>
          </a:solidFill>
          <a:ln w="12700">
            <a:solidFill>
              <a:srgbClr val="007C8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0116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FEATURES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548640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213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11 System Features — Complete Menu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1042416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46E7A"/>
                </a:solidFill>
              </a:rPr>
              <a:t>Full-featured console application with real-time inventory management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7C87"/>
                </a:solidFill>
              </a:rPr>
              <a:t>Pharmacy Inventory &amp; Expiry Management System  |  C++ OOP Project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20040" y="1389888"/>
            <a:ext cx="329184" cy="310896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1389888"/>
            <a:ext cx="329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9224" y="1389888"/>
            <a:ext cx="3858768" cy="310896"/>
          </a:xfrm>
          <a:prstGeom prst="rect">
            <a:avLst/>
          </a:prstGeom>
          <a:solidFill>
            <a:srgbClr val="ECEFF1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1389888"/>
            <a:ext cx="38221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</a:rPr>
              <a:t>Dashboard — live inventory summary + total value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20040" y="1883664"/>
            <a:ext cx="329184" cy="310896"/>
          </a:xfrm>
          <a:prstGeom prst="rect">
            <a:avLst/>
          </a:prstGeom>
          <a:solidFill>
            <a:srgbClr val="007C87"/>
          </a:solidFill>
          <a:ln w="12700">
            <a:solidFill>
              <a:srgbClr val="007C8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040" y="1883664"/>
            <a:ext cx="329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49224" y="1883664"/>
            <a:ext cx="3858768" cy="310896"/>
          </a:xfrm>
          <a:prstGeom prst="rect">
            <a:avLst/>
          </a:prstGeom>
          <a:solidFill>
            <a:srgbClr val="ECEFF1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5800" y="1883664"/>
            <a:ext cx="38221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</a:rPr>
              <a:t>Add New Medicine — full 8-field registration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20040" y="2377440"/>
            <a:ext cx="329184" cy="310896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0040" y="2377440"/>
            <a:ext cx="329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49224" y="2377440"/>
            <a:ext cx="3858768" cy="310896"/>
          </a:xfrm>
          <a:prstGeom prst="rect">
            <a:avLst/>
          </a:prstGeom>
          <a:solidFill>
            <a:srgbClr val="ECEFF1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85800" y="2377440"/>
            <a:ext cx="38221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</a:rPr>
              <a:t>Restock Medicine — add units + log purchase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20040" y="2871216"/>
            <a:ext cx="329184" cy="310896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0040" y="2871216"/>
            <a:ext cx="329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4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49224" y="2871216"/>
            <a:ext cx="3858768" cy="310896"/>
          </a:xfrm>
          <a:prstGeom prst="rect">
            <a:avLst/>
          </a:prstGeom>
          <a:solidFill>
            <a:srgbClr val="ECEFF1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5800" y="2871216"/>
            <a:ext cx="38221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</a:rPr>
              <a:t>Sell Medicine — with expiry block + low-stock alert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20040" y="3364992"/>
            <a:ext cx="329184" cy="310896"/>
          </a:xfrm>
          <a:prstGeom prst="rect">
            <a:avLst/>
          </a:prstGeom>
          <a:solidFill>
            <a:srgbClr val="546E7A"/>
          </a:solidFill>
          <a:ln w="12700">
            <a:solidFill>
              <a:srgbClr val="546E7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20040" y="3364992"/>
            <a:ext cx="329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5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49224" y="3364992"/>
            <a:ext cx="3858768" cy="310896"/>
          </a:xfrm>
          <a:prstGeom prst="rect">
            <a:avLst/>
          </a:prstGeom>
          <a:solidFill>
            <a:srgbClr val="ECEFF1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85800" y="3364992"/>
            <a:ext cx="38221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</a:rPr>
              <a:t>View All Medicines — formatted table display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320040" y="3858768"/>
            <a:ext cx="329184" cy="310896"/>
          </a:xfrm>
          <a:prstGeom prst="rect">
            <a:avLst/>
          </a:prstGeom>
          <a:solidFill>
            <a:srgbClr val="B71C1C"/>
          </a:solidFill>
          <a:ln w="12700">
            <a:solidFill>
              <a:srgbClr val="B71C1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20040" y="3858768"/>
            <a:ext cx="329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6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49224" y="3858768"/>
            <a:ext cx="3858768" cy="310896"/>
          </a:xfrm>
          <a:prstGeom prst="rect">
            <a:avLst/>
          </a:prstGeom>
          <a:solidFill>
            <a:srgbClr val="ECEFF1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85800" y="3858768"/>
            <a:ext cx="38221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</a:rPr>
              <a:t>Expiry Alerts (30 days) — critical window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4709160" y="1389888"/>
            <a:ext cx="329184" cy="310896"/>
          </a:xfrm>
          <a:prstGeom prst="rect">
            <a:avLst/>
          </a:prstGeom>
          <a:solidFill>
            <a:srgbClr val="B71C1C"/>
          </a:solidFill>
          <a:ln w="12700">
            <a:solidFill>
              <a:srgbClr val="B71C1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09160" y="1389888"/>
            <a:ext cx="329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7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5038344" y="1389888"/>
            <a:ext cx="3858768" cy="310896"/>
          </a:xfrm>
          <a:prstGeom prst="rect">
            <a:avLst/>
          </a:prstGeom>
          <a:solidFill>
            <a:srgbClr val="ECEFF1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074920" y="1389888"/>
            <a:ext cx="38221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</a:rPr>
              <a:t>Expiry Alerts (90 days) — advance warning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4709160" y="1883664"/>
            <a:ext cx="329184" cy="310896"/>
          </a:xfrm>
          <a:prstGeom prst="rect">
            <a:avLst/>
          </a:prstGeom>
          <a:solidFill>
            <a:srgbClr val="4A148C"/>
          </a:solidFill>
          <a:ln w="12700">
            <a:solidFill>
              <a:srgbClr val="4A148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709160" y="1883664"/>
            <a:ext cx="329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8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5038344" y="1883664"/>
            <a:ext cx="3858768" cy="310896"/>
          </a:xfrm>
          <a:prstGeom prst="rect">
            <a:avLst/>
          </a:prstGeom>
          <a:solidFill>
            <a:srgbClr val="ECEFF1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074920" y="1883664"/>
            <a:ext cx="38221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</a:rPr>
              <a:t>View Expired Medicines — full expired list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4709160" y="2377440"/>
            <a:ext cx="329184" cy="310896"/>
          </a:xfrm>
          <a:prstGeom prst="rect">
            <a:avLst/>
          </a:prstGeom>
          <a:solidFill>
            <a:srgbClr val="4A148C"/>
          </a:solidFill>
          <a:ln w="12700">
            <a:solidFill>
              <a:srgbClr val="4A148C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709160" y="2377440"/>
            <a:ext cx="329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9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5038344" y="2377440"/>
            <a:ext cx="3858768" cy="310896"/>
          </a:xfrm>
          <a:prstGeom prst="rect">
            <a:avLst/>
          </a:prstGeom>
          <a:solidFill>
            <a:srgbClr val="ECEFF1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074920" y="2377440"/>
            <a:ext cx="38221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</a:rPr>
              <a:t>Dispose Expired Stock — zero qty + audit log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4709160" y="2871216"/>
            <a:ext cx="329184" cy="310896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709160" y="2871216"/>
            <a:ext cx="329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10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5038344" y="2871216"/>
            <a:ext cx="3858768" cy="310896"/>
          </a:xfrm>
          <a:prstGeom prst="rect">
            <a:avLst/>
          </a:prstGeom>
          <a:solidFill>
            <a:srgbClr val="ECEFF1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074920" y="2871216"/>
            <a:ext cx="38221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</a:rPr>
              <a:t>Low Stock Report — items below reorder level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4709160" y="3364992"/>
            <a:ext cx="329184" cy="310896"/>
          </a:xfrm>
          <a:prstGeom prst="rect">
            <a:avLst/>
          </a:prstGeom>
          <a:solidFill>
            <a:srgbClr val="007C87"/>
          </a:solidFill>
          <a:ln w="12700">
            <a:solidFill>
              <a:srgbClr val="007C87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709160" y="3364992"/>
            <a:ext cx="329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11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5038344" y="3364992"/>
            <a:ext cx="3858768" cy="310896"/>
          </a:xfrm>
          <a:prstGeom prst="rect">
            <a:avLst/>
          </a:prstGeom>
          <a:solidFill>
            <a:srgbClr val="ECEFF1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074920" y="3364992"/>
            <a:ext cx="38221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</a:rPr>
              <a:t>Search by Name — case-insensitive find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4709160" y="3858768"/>
            <a:ext cx="329184" cy="310896"/>
          </a:xfrm>
          <a:prstGeom prst="rect">
            <a:avLst/>
          </a:prstGeom>
          <a:solidFill>
            <a:srgbClr val="546E7A"/>
          </a:solidFill>
          <a:ln w="12700">
            <a:solidFill>
              <a:srgbClr val="546E7A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709160" y="3858768"/>
            <a:ext cx="329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</a:t>
            </a:r>
            <a:endParaRPr lang="en-US" sz="1100" dirty="0"/>
          </a:p>
        </p:txBody>
      </p:sp>
      <p:sp>
        <p:nvSpPr>
          <p:cNvPr id="54" name="Shape 52"/>
          <p:cNvSpPr/>
          <p:nvPr/>
        </p:nvSpPr>
        <p:spPr>
          <a:xfrm>
            <a:off x="5038344" y="3858768"/>
            <a:ext cx="3858768" cy="310896"/>
          </a:xfrm>
          <a:prstGeom prst="rect">
            <a:avLst/>
          </a:prstGeom>
          <a:solidFill>
            <a:srgbClr val="ECEFF1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5074920" y="3858768"/>
            <a:ext cx="38221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</a:rPr>
              <a:t>Exit — clean program termination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1920240" cy="274320"/>
          </a:xfrm>
          <a:prstGeom prst="rect">
            <a:avLst/>
          </a:prstGeom>
          <a:solidFill>
            <a:srgbClr val="4A148C"/>
          </a:solidFill>
          <a:ln w="12700">
            <a:solidFill>
              <a:srgbClr val="4A148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0116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OOP ARCHITECTURE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548640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213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Object-Oriented Design — 4 Classes / Structs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1042416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46E7A"/>
                </a:solidFill>
              </a:rPr>
              <a:t>Encapsulation, operator overloading, static members, STL containers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7C87"/>
                </a:solidFill>
              </a:rPr>
              <a:t>Pharmacy Inventory &amp; Expiry Management System  |  C++ OOP Project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20040" y="1371600"/>
            <a:ext cx="4160520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3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0040" y="1371600"/>
            <a:ext cx="4160520" cy="64008"/>
          </a:xfrm>
          <a:prstGeom prst="rect">
            <a:avLst/>
          </a:prstGeom>
          <a:solidFill>
            <a:srgbClr val="007C87"/>
          </a:solidFill>
          <a:ln w="12700">
            <a:solidFill>
              <a:srgbClr val="007C8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29768" y="1463040"/>
            <a:ext cx="39410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7C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 Date  (Lines 21–53)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29768" y="1737360"/>
            <a:ext cx="394106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</a:rPr>
              <a:t>Fields: int day, month, year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</a:rPr>
              <a:t>toString()  |  operator&lt;  |  operator==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</a:rPr>
              <a:t>daysFrom() via Julian Day Number formula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</a:rPr>
              <a:t>Enables: if(expiryDate &lt; today)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663440" y="1371600"/>
            <a:ext cx="4160520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3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663440" y="1371600"/>
            <a:ext cx="4160520" cy="64008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73168" y="1463040"/>
            <a:ext cx="39410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 Medicine  (Lines 58–132)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773168" y="1737360"/>
            <a:ext cx="394106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</a:rPr>
              <a:t>9 private fields  |  static int idCounter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</a:rPr>
              <a:t>isExpired()  daysToExpiry()  isLowStock()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</a:rPr>
              <a:t>totalValue()  display()  getters + setters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</a:rPr>
              <a:t>Encapsulates all medicine-level behaviour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20040" y="2788920"/>
            <a:ext cx="4160520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3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0040" y="2788920"/>
            <a:ext cx="4160520" cy="64008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29768" y="2880360"/>
            <a:ext cx="39410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651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 Transaction  (Lines 137–145)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29768" y="3154680"/>
            <a:ext cx="394106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</a:rPr>
              <a:t>7 public fields: id, name, type, units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</a:rPr>
              <a:t>amount, date, note — full audit record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</a:rPr>
              <a:t>Brace-initialised on every SALE / PURCHASE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</a:rPr>
              <a:t>Stored in Pharmacy::transactions vector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663440" y="2788920"/>
            <a:ext cx="4160520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3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663440" y="2788920"/>
            <a:ext cx="4160520" cy="64008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73168" y="2880360"/>
            <a:ext cx="39410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21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 Pharmacy  (Lines 150–359)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773168" y="3154680"/>
            <a:ext cx="394106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</a:rPr>
              <a:t>vector&lt;Medicine&gt; inventory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</a:rPr>
              <a:t>vector&lt;Transaction&gt; transactions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</a:rPr>
              <a:t>addMedicine  restock  sell  dispose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</a:rPr>
              <a:t>expiryAlerts  searchByName  dashboard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320040" y="4224528"/>
            <a:ext cx="8503920" cy="475488"/>
          </a:xfrm>
          <a:prstGeom prst="rect">
            <a:avLst/>
          </a:prstGeom>
          <a:solidFill>
            <a:srgbClr val="ECEFF1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11480" y="4224528"/>
            <a:ext cx="8321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2137"/>
                </a:solidFill>
              </a:rPr>
              <a:t>C++ Concepts Used:  </a:t>
            </a:r>
            <a:pPr indent="0" marL="0">
              <a:buNone/>
            </a:pPr>
            <a:r>
              <a:rPr lang="en-US" sz="950" dirty="0">
                <a:solidFill>
                  <a:srgbClr val="546E7A"/>
                </a:solidFill>
              </a:rPr>
              <a:t>Encapsulation   •   Operator Overloading   •   Static Members   •   STL vector   •   Lambdas   •   const Correctness   •   Pointer Returns   •   Default Arguments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1920240" cy="274320"/>
          </a:xfrm>
          <a:prstGeom prst="rect">
            <a:avLst/>
          </a:prstGeom>
          <a:solidFill>
            <a:srgbClr val="B71C1C"/>
          </a:solidFill>
          <a:ln w="12700">
            <a:solidFill>
              <a:srgbClr val="B71C1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0116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CORE FUNCTION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548640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213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sell() — Safety-Critical Dispensing Logic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1042416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46E7A"/>
                </a:solidFill>
              </a:rPr>
              <a:t>5-step validation ensures expired medicines cannot be sold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7C87"/>
                </a:solidFill>
              </a:rPr>
              <a:t>Pharmacy Inventory &amp; Expiry Management System  |  C++ OOP Project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20040" y="1371600"/>
            <a:ext cx="365760" cy="457200"/>
          </a:xfrm>
          <a:prstGeom prst="rect">
            <a:avLst/>
          </a:prstGeom>
          <a:solidFill>
            <a:srgbClr val="546E7A"/>
          </a:solidFill>
          <a:ln w="12700">
            <a:solidFill>
              <a:srgbClr val="546E7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137160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731520" y="1371600"/>
            <a:ext cx="1207008" cy="457200"/>
          </a:xfrm>
          <a:prstGeom prst="rect">
            <a:avLst/>
          </a:prstGeom>
          <a:solidFill>
            <a:srgbClr val="546E7A"/>
          </a:solidFill>
          <a:ln w="12700">
            <a:solidFill>
              <a:srgbClr val="546E7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1371600"/>
            <a:ext cx="12070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Find Medicine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1975104" y="1371600"/>
            <a:ext cx="3749040" cy="457200"/>
          </a:xfrm>
          <a:prstGeom prst="rect">
            <a:avLst/>
          </a:prstGeom>
          <a:solidFill>
            <a:srgbClr val="F5F5F5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011680" y="1389888"/>
            <a:ext cx="36758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628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Medicine* m = findById(id);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5760720" y="1371600"/>
            <a:ext cx="306324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546E7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797296" y="1389888"/>
            <a:ext cx="298094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</a:rPr>
              <a:t>Returns pointer to actual object or nullptr if ID not found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20040" y="1975104"/>
            <a:ext cx="365760" cy="457200"/>
          </a:xfrm>
          <a:prstGeom prst="rect">
            <a:avLst/>
          </a:prstGeom>
          <a:solidFill>
            <a:srgbClr val="B71C1C"/>
          </a:solidFill>
          <a:ln w="12700">
            <a:solidFill>
              <a:srgbClr val="B71C1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0040" y="1975104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731520" y="1975104"/>
            <a:ext cx="1207008" cy="457200"/>
          </a:xfrm>
          <a:prstGeom prst="rect">
            <a:avLst/>
          </a:prstGeom>
          <a:solidFill>
            <a:srgbClr val="B71C1C"/>
          </a:solidFill>
          <a:ln w="12700">
            <a:solidFill>
              <a:srgbClr val="B71C1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31520" y="1975104"/>
            <a:ext cx="12070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Expiry Block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1975104" y="1975104"/>
            <a:ext cx="3749040" cy="457200"/>
          </a:xfrm>
          <a:prstGeom prst="rect">
            <a:avLst/>
          </a:prstGeom>
          <a:solidFill>
            <a:srgbClr val="F5F5F5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011680" y="1993392"/>
            <a:ext cx="36758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628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if(m-&gt;isExpired(today)) return false;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5760720" y="1975104"/>
            <a:ext cx="306324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B71C1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797296" y="1993392"/>
            <a:ext cx="298094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</a:rPr>
              <a:t>SAFETY: Prevents dispensing of expired drugs — no exceptions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320040" y="2578608"/>
            <a:ext cx="365760" cy="457200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20040" y="2578608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2000" dirty="0"/>
          </a:p>
        </p:txBody>
      </p:sp>
      <p:sp>
        <p:nvSpPr>
          <p:cNvPr id="26" name="Shape 24"/>
          <p:cNvSpPr/>
          <p:nvPr/>
        </p:nvSpPr>
        <p:spPr>
          <a:xfrm>
            <a:off x="731520" y="2578608"/>
            <a:ext cx="1207008" cy="457200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31520" y="2578608"/>
            <a:ext cx="12070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Stock Check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1975104" y="2578608"/>
            <a:ext cx="3749040" cy="457200"/>
          </a:xfrm>
          <a:prstGeom prst="rect">
            <a:avLst/>
          </a:prstGeom>
          <a:solidFill>
            <a:srgbClr val="F5F5F5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011680" y="2596896"/>
            <a:ext cx="36758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628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if(m-&gt;getQty() &lt; units) return false;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5760720" y="2578608"/>
            <a:ext cx="306324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797296" y="2596896"/>
            <a:ext cx="298094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</a:rPr>
              <a:t>Cannot sell more than currently in stock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320040" y="3182112"/>
            <a:ext cx="365760" cy="457200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20040" y="3182112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2000" dirty="0"/>
          </a:p>
        </p:txBody>
      </p:sp>
      <p:sp>
        <p:nvSpPr>
          <p:cNvPr id="34" name="Shape 32"/>
          <p:cNvSpPr/>
          <p:nvPr/>
        </p:nvSpPr>
        <p:spPr>
          <a:xfrm>
            <a:off x="731520" y="3182112"/>
            <a:ext cx="1207008" cy="457200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31520" y="3182112"/>
            <a:ext cx="12070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Commit Sale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1975104" y="3182112"/>
            <a:ext cx="3749040" cy="457200"/>
          </a:xfrm>
          <a:prstGeom prst="rect">
            <a:avLst/>
          </a:prstGeom>
          <a:solidFill>
            <a:srgbClr val="F5F5F5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011680" y="3200400"/>
            <a:ext cx="36758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628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m-&gt;setQuantity(qty - units); log();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5760720" y="3182112"/>
            <a:ext cx="306324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797296" y="3200400"/>
            <a:ext cx="298094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</a:rPr>
              <a:t>Reduce stock and append SALE to the transaction log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320040" y="3785616"/>
            <a:ext cx="365760" cy="457200"/>
          </a:xfrm>
          <a:prstGeom prst="rect">
            <a:avLst/>
          </a:prstGeom>
          <a:solidFill>
            <a:srgbClr val="4A148C"/>
          </a:solidFill>
          <a:ln w="12700">
            <a:solidFill>
              <a:srgbClr val="4A148C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20040" y="3785616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2000" dirty="0"/>
          </a:p>
        </p:txBody>
      </p:sp>
      <p:sp>
        <p:nvSpPr>
          <p:cNvPr id="42" name="Shape 40"/>
          <p:cNvSpPr/>
          <p:nvPr/>
        </p:nvSpPr>
        <p:spPr>
          <a:xfrm>
            <a:off x="731520" y="3785616"/>
            <a:ext cx="1207008" cy="457200"/>
          </a:xfrm>
          <a:prstGeom prst="rect">
            <a:avLst/>
          </a:prstGeom>
          <a:solidFill>
            <a:srgbClr val="4A148C"/>
          </a:solidFill>
          <a:ln w="12700">
            <a:solidFill>
              <a:srgbClr val="4A148C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31520" y="3785616"/>
            <a:ext cx="12070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Reorder Alert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1975104" y="3785616"/>
            <a:ext cx="3749040" cy="457200"/>
          </a:xfrm>
          <a:prstGeom prst="rect">
            <a:avLst/>
          </a:prstGeom>
          <a:solidFill>
            <a:srgbClr val="F5F5F5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011680" y="3803904"/>
            <a:ext cx="36758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628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if(m-&gt;isLowStock()) print WARNING;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5760720" y="3785616"/>
            <a:ext cx="306324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4A148C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797296" y="3803904"/>
            <a:ext cx="298094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</a:rPr>
              <a:t>Instant alert if stock falls below reorder threshold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320040" y="4425696"/>
            <a:ext cx="8503920" cy="27432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11480" y="4425696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ACC1"/>
                </a:solidFill>
              </a:rPr>
              <a:t>LIVE DEMO:  sell(6, 1) — Omeprazole 20mg (EXPIRED):  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[!] Cannot sell — EXPIRED.   return false   ← stock unchanged, nothing logged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1920240" cy="274320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0116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SAMPLE DATA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548640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213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Pre-loaded Sample Data &amp; Dashboard Output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1042416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46E7A"/>
                </a:solidFill>
              </a:rPr>
              <a:t>8 medicines loaded on startup — system immediately shows real alerts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7C87"/>
                </a:solidFill>
              </a:rPr>
              <a:t>Pharmacy Inventory &amp; Expiry Management System  |  C++ OOP Project</a:t>
            </a:r>
            <a:endParaRPr lang="en-US" sz="9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71600"/>
          <a:ext cx="8503920" cy="914400"/>
        </p:xfrm>
        <a:graphic>
          <a:graphicData uri="http://schemas.openxmlformats.org/drawingml/2006/table">
            <a:tbl>
              <a:tblPr/>
              <a:tblGrid>
                <a:gridCol w="457200"/>
                <a:gridCol w="1645920"/>
                <a:gridCol w="1005840"/>
                <a:gridCol w="457200"/>
                <a:gridCol w="548640"/>
                <a:gridCol w="777240"/>
                <a:gridCol w="178308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#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Medicine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Category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Qty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Reorder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Expiry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Status on 15/03/2025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1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Paracetamol 500mg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Analgesic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200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50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01/06/2025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BF360C"/>
                          </a:solidFill>
                        </a:rPr>
                        <a:t>Near Expiry (77d)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2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Amoxicillin 250mg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Antibiotic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150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30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01/03/2026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B5E20"/>
                          </a:solidFill>
                        </a:rPr>
                        <a:t>OK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3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Cetirizine 10mg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Antihistamine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80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20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01/09/2025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B5E20"/>
                          </a:solidFill>
                        </a:rPr>
                        <a:t>OK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4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Vitamin C 500mg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Supplement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300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60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01/02/2027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B5E20"/>
                          </a:solidFill>
                        </a:rPr>
                        <a:t>OK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5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Metformin 500mg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Antidiabetic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10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25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31/03/2025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B71C1C"/>
                          </a:solidFill>
                        </a:rPr>
                        <a:t>!! EXPIRING SOON + LOW STOCK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6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Omeprazole 20mg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Antacid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50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15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01/01/2025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B71C1C"/>
                          </a:solidFill>
                        </a:rPr>
                        <a:t>*** EXPIRED ***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7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Atorvastatin 10mg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Cardiovascular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120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25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01/05/2027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B5E20"/>
                          </a:solidFill>
                        </a:rPr>
                        <a:t>OK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8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Azithromycin 500mg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Antibiotic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60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15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01/07/2026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B5E20"/>
                          </a:solidFill>
                        </a:rPr>
                        <a:t>OK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320040" y="3712464"/>
            <a:ext cx="8503920" cy="987552"/>
          </a:xfrm>
          <a:prstGeom prst="rect">
            <a:avLst/>
          </a:prstGeom>
          <a:solidFill>
            <a:srgbClr val="0A1525"/>
          </a:solidFill>
          <a:ln w="12700">
            <a:solidFill>
              <a:srgbClr val="007C87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57200" y="374904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7C87"/>
                </a:solidFill>
              </a:rPr>
              <a:t>DASHBOARD OUTPUT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457200" y="3968496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 Medicines: 8    |    Expired: 1 (Omeprazole)    |    Expiring &lt;=30 days: 1 (Metformin)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457200" y="4261104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Low Stock Items: 1 (Metformin qty=10, reorder=25)    |    Inventory Value: Rs.5,665.00    |    Transactions: 0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1920240" cy="274320"/>
          </a:xfrm>
          <a:prstGeom prst="rect">
            <a:avLst/>
          </a:prstGeom>
          <a:solidFill>
            <a:srgbClr val="4A148C"/>
          </a:solidFill>
          <a:ln w="12700">
            <a:solidFill>
              <a:srgbClr val="4A148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0116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C++ CONCEPTS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548640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213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C++ Concepts Demonstrated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1042416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46E7A"/>
                </a:solidFill>
              </a:rPr>
              <a:t>Every major OOP and STL feature implemented in the project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7C87"/>
                </a:solidFill>
              </a:rPr>
              <a:t>Pharmacy Inventory &amp; Expiry Management System  |  C++ OOP Project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20040" y="1389888"/>
            <a:ext cx="416052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3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0040" y="1389888"/>
            <a:ext cx="4160520" cy="54864"/>
          </a:xfrm>
          <a:prstGeom prst="rect">
            <a:avLst/>
          </a:prstGeom>
          <a:solidFill>
            <a:srgbClr val="007C87"/>
          </a:solidFill>
          <a:ln w="12700">
            <a:solidFill>
              <a:srgbClr val="007C8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1481328"/>
            <a:ext cx="3977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7C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Encapsulation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11480" y="1719072"/>
            <a:ext cx="3977640" cy="274320"/>
          </a:xfrm>
          <a:prstGeom prst="rect">
            <a:avLst/>
          </a:prstGeom>
          <a:solidFill>
            <a:srgbClr val="F5F5F5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48056" y="1719072"/>
            <a:ext cx="3913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628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private: string name; int quantity;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411480" y="2029968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1A"/>
                </a:solidFill>
              </a:rPr>
              <a:t>All Medicine data hidden. External code uses getName(), getQuantity() only.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4645152" y="1389888"/>
            <a:ext cx="416052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3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645152" y="1389888"/>
            <a:ext cx="4160520" cy="54864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36592" y="1481328"/>
            <a:ext cx="3977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Operator Overloading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736592" y="1719072"/>
            <a:ext cx="3977640" cy="274320"/>
          </a:xfrm>
          <a:prstGeom prst="rect">
            <a:avLst/>
          </a:prstGeom>
          <a:solidFill>
            <a:srgbClr val="F5F5F5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73168" y="1719072"/>
            <a:ext cx="3913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628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bool operator&lt;(const Date&amp; other)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4736592" y="2029968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1A"/>
                </a:solidFill>
              </a:rPr>
              <a:t>Makes if(expiryDate &lt; today) work naturally with Date objects.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320040" y="2441448"/>
            <a:ext cx="416052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3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20040" y="2441448"/>
            <a:ext cx="4160520" cy="54864"/>
          </a:xfrm>
          <a:prstGeom prst="rect">
            <a:avLst/>
          </a:prstGeom>
          <a:solidFill>
            <a:srgbClr val="B71C1C"/>
          </a:solidFill>
          <a:ln w="12700">
            <a:solidFill>
              <a:srgbClr val="B71C1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11480" y="2532888"/>
            <a:ext cx="3977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7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Static Members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11480" y="2770632"/>
            <a:ext cx="3977640" cy="274320"/>
          </a:xfrm>
          <a:prstGeom prst="rect">
            <a:avLst/>
          </a:prstGeom>
          <a:solidFill>
            <a:srgbClr val="F5F5F5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48056" y="2770632"/>
            <a:ext cx="3913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628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static int idCounter;  // declared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C628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Medicine::idCounter=0; // defined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411480" y="3081528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1A"/>
                </a:solidFill>
              </a:rPr>
              <a:t>ONE counter shared by ALL Medicine objects — auto-assigns unique IDs.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4645152" y="2441448"/>
            <a:ext cx="416052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3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645152" y="2441448"/>
            <a:ext cx="4160520" cy="54864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36592" y="2532888"/>
            <a:ext cx="3977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651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STL vector + sort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736592" y="2770632"/>
            <a:ext cx="3977640" cy="274320"/>
          </a:xfrm>
          <a:prstGeom prst="rect">
            <a:avLst/>
          </a:prstGeom>
          <a:solidFill>
            <a:srgbClr val="F5F5F5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773168" y="2770632"/>
            <a:ext cx="3913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628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vector&lt;Medicine&gt; inventory;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C628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sort(ptrs.begin(),ptrs.end(),lambda)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4736592" y="3081528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1A"/>
                </a:solidFill>
              </a:rPr>
              <a:t>Dynamic storage + std::sort with lambda comparator for expiry ordering.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320040" y="3493008"/>
            <a:ext cx="416052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3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320040" y="3493008"/>
            <a:ext cx="4160520" cy="54864"/>
          </a:xfrm>
          <a:prstGeom prst="rect">
            <a:avLst/>
          </a:prstGeom>
          <a:solidFill>
            <a:srgbClr val="4A148C"/>
          </a:solidFill>
          <a:ln w="12700">
            <a:solidFill>
              <a:srgbClr val="4A148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11480" y="3584448"/>
            <a:ext cx="3977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A14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Pointer Returns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11480" y="3822192"/>
            <a:ext cx="3977640" cy="274320"/>
          </a:xfrm>
          <a:prstGeom prst="rect">
            <a:avLst/>
          </a:prstGeom>
          <a:solidFill>
            <a:srgbClr val="F5F5F5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48056" y="3822192"/>
            <a:ext cx="3913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628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Medicine* findById(int id)</a:t>
            </a:r>
            <a:endParaRPr lang="en-US" sz="750" dirty="0"/>
          </a:p>
        </p:txBody>
      </p:sp>
      <p:sp>
        <p:nvSpPr>
          <p:cNvPr id="37" name="Text 35"/>
          <p:cNvSpPr/>
          <p:nvPr/>
        </p:nvSpPr>
        <p:spPr>
          <a:xfrm>
            <a:off x="411480" y="4133088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1A"/>
                </a:solidFill>
              </a:rPr>
              <a:t>Returns nullptr for not-found; pointer lets us modify the actual object.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4645152" y="3493008"/>
            <a:ext cx="416052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3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4645152" y="3493008"/>
            <a:ext cx="4160520" cy="54864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736592" y="3584448"/>
            <a:ext cx="3977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21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 Correctness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4736592" y="3822192"/>
            <a:ext cx="3977640" cy="274320"/>
          </a:xfrm>
          <a:prstGeom prst="rect">
            <a:avLst/>
          </a:prstGeom>
          <a:solidFill>
            <a:srgbClr val="F5F5F5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773168" y="3822192"/>
            <a:ext cx="3913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628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bool isExpired(const Date&amp; t) const</a:t>
            </a:r>
            <a:endParaRPr lang="en-US" sz="750" dirty="0"/>
          </a:p>
        </p:txBody>
      </p:sp>
      <p:sp>
        <p:nvSpPr>
          <p:cNvPr id="43" name="Text 41"/>
          <p:cNvSpPr/>
          <p:nvPr/>
        </p:nvSpPr>
        <p:spPr>
          <a:xfrm>
            <a:off x="4736592" y="4133088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1A"/>
                </a:solidFill>
              </a:rPr>
              <a:t>const parameter + const method = compiler-enforced read-only safety.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21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1920240" cy="274320"/>
          </a:xfrm>
          <a:prstGeom prst="rect">
            <a:avLst/>
          </a:prstGeom>
          <a:solidFill>
            <a:srgbClr val="007C87"/>
          </a:solidFill>
          <a:ln w="12700">
            <a:solidFill>
              <a:srgbClr val="007C8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0116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CONCLUSION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548640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Results &amp; Conclusion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1042416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0CAF9"/>
                </a:solidFill>
              </a:rPr>
              <a:t>A complete, working pharmacy management system built using core C++ OOP principles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0040" y="1444752"/>
            <a:ext cx="4160520" cy="1170432"/>
          </a:xfrm>
          <a:prstGeom prst="rect">
            <a:avLst/>
          </a:prstGeom>
          <a:solidFill>
            <a:srgbClr val="0A1A2E"/>
          </a:solidFill>
          <a:ln w="12700">
            <a:solidFill>
              <a:srgbClr val="007C87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3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444752"/>
            <a:ext cx="4160520" cy="292608"/>
          </a:xfrm>
          <a:prstGeom prst="rect">
            <a:avLst/>
          </a:prstGeom>
          <a:solidFill>
            <a:srgbClr val="007C87"/>
          </a:solidFill>
          <a:ln w="12700">
            <a:solidFill>
              <a:srgbClr val="007C8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444752"/>
            <a:ext cx="3977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Patient Safety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1792224"/>
            <a:ext cx="39776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E0E0E0"/>
                </a:solidFill>
              </a:rPr>
              <a:t>Expired medicines CANNOT be sold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0E0E0"/>
                </a:solidFill>
              </a:rPr>
              <a:t>Expiry checked before EVERY dispensing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0E0E0"/>
                </a:solidFill>
              </a:rPr>
              <a:t>Safety enforced at code level in sell()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663440" y="1444752"/>
            <a:ext cx="4160520" cy="1170432"/>
          </a:xfrm>
          <a:prstGeom prst="rect">
            <a:avLst/>
          </a:prstGeom>
          <a:solidFill>
            <a:srgbClr val="0A1A2E"/>
          </a:solidFill>
          <a:ln w="12700">
            <a:solidFill>
              <a:srgbClr val="1B5E2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3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63440" y="1444752"/>
            <a:ext cx="4160520" cy="292608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00600" y="1444752"/>
            <a:ext cx="3977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Complete Audit Trail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800600" y="1792224"/>
            <a:ext cx="39776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E0E0E0"/>
                </a:solidFill>
              </a:rPr>
              <a:t>Every sale, restock, disposal logged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0E0E0"/>
                </a:solidFill>
              </a:rPr>
              <a:t>Transaction log with date + amount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0E0E0"/>
                </a:solidFill>
              </a:rPr>
              <a:t>Full history never deleted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20040" y="2743200"/>
            <a:ext cx="4160520" cy="1170432"/>
          </a:xfrm>
          <a:prstGeom prst="rect">
            <a:avLst/>
          </a:prstGeom>
          <a:solidFill>
            <a:srgbClr val="0A1A2E"/>
          </a:solidFill>
          <a:ln w="12700">
            <a:solidFill>
              <a:srgbClr val="E6510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3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0040" y="2743200"/>
            <a:ext cx="4160520" cy="292608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2743200"/>
            <a:ext cx="3977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Proactive Alerts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57200" y="3090672"/>
            <a:ext cx="39776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E0E0E0"/>
                </a:solidFill>
              </a:rPr>
              <a:t>30-day and 90-day expiry windows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0E0E0"/>
                </a:solidFill>
              </a:rPr>
              <a:t>Real-time low-stock warnings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0E0E0"/>
                </a:solidFill>
              </a:rPr>
              <a:t>Dashboard shows live inventory health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663440" y="2743200"/>
            <a:ext cx="4160520" cy="1170432"/>
          </a:xfrm>
          <a:prstGeom prst="rect">
            <a:avLst/>
          </a:prstGeom>
          <a:solidFill>
            <a:srgbClr val="0A1A2E"/>
          </a:solidFill>
          <a:ln w="12700">
            <a:solidFill>
              <a:srgbClr val="4A148C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3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663440" y="2743200"/>
            <a:ext cx="4160520" cy="292608"/>
          </a:xfrm>
          <a:prstGeom prst="rect">
            <a:avLst/>
          </a:prstGeom>
          <a:solidFill>
            <a:srgbClr val="4A148C"/>
          </a:solidFill>
          <a:ln w="12700">
            <a:solidFill>
              <a:srgbClr val="4A148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00600" y="2743200"/>
            <a:ext cx="3977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OOP Best Practices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800600" y="3090672"/>
            <a:ext cx="39776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E0E0E0"/>
                </a:solidFill>
              </a:rPr>
              <a:t>Encapsulation across all 4 classes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0E0E0"/>
                </a:solidFill>
              </a:rPr>
              <a:t>Static members for global state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0E0E0"/>
                </a:solidFill>
              </a:rPr>
              <a:t>const correctness throughout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50D1A"/>
          </a:solidFill>
          <a:ln w="12700">
            <a:solidFill>
              <a:srgbClr val="050D1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7C87"/>
                </a:solidFill>
              </a:rPr>
              <a:t>Pharmacy Inventory &amp; Expiry Management System  |  C++ OOP Project — 532 lines, 4 classes, 11 features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Pharmacy Inventory &amp; Expiry Management System</dc:title>
  <dc:subject>PptxGenJS Presentation</dc:subject>
  <dc:creator>PptxGenJS</dc:creator>
  <cp:lastModifiedBy>PptxGenJS</cp:lastModifiedBy>
  <cp:revision>1</cp:revision>
  <dcterms:created xsi:type="dcterms:W3CDTF">2026-03-11T10:50:06Z</dcterms:created>
  <dcterms:modified xsi:type="dcterms:W3CDTF">2026-03-11T10:50:06Z</dcterms:modified>
</cp:coreProperties>
</file>