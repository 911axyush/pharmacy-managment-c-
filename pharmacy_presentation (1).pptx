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C87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292608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7C87"/>
                </a:solidFill>
              </a:rPr>
              <a:t>C++ Case Study  |  struct  |  Global Arrays  |  isExpired() Safety Logic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Pharmacy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C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CAF9"/>
                </a:solidFill>
              </a:rPr>
              <a:t>Aayush Jadhav  |  Roll No: 150096725008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408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6E7A"/>
                </a:solidFill>
              </a:rPr>
              <a:t>Add medicines, view stock, and sell with automatic expiry protection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779776"/>
            <a:ext cx="1920240" cy="987552"/>
          </a:xfrm>
          <a:prstGeom prst="rect">
            <a:avLst/>
          </a:prstGeom>
          <a:solidFill>
            <a:srgbClr val="0A1525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3464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C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3401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</a:rPr>
              <a:t>struct Medicine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15184" y="2779776"/>
            <a:ext cx="1920240" cy="987552"/>
          </a:xfrm>
          <a:prstGeom prst="rect">
            <a:avLst/>
          </a:prstGeom>
          <a:solidFill>
            <a:srgbClr val="0A1525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5184" y="283464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C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615184" y="3401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</a:rPr>
              <a:t>Data Fields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73168" y="2779776"/>
            <a:ext cx="1920240" cy="987552"/>
          </a:xfrm>
          <a:prstGeom prst="rect">
            <a:avLst/>
          </a:prstGeom>
          <a:solidFill>
            <a:srgbClr val="0A1525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83464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C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773168" y="3401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</a:rPr>
              <a:t>Menu Options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31152" y="2779776"/>
            <a:ext cx="1920240" cy="987552"/>
          </a:xfrm>
          <a:prstGeom prst="rect">
            <a:avLst/>
          </a:prstGeom>
          <a:solidFill>
            <a:srgbClr val="0A1525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283464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C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931152" y="3401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</a:rPr>
              <a:t>Max Medicines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g++ pharmacy.cpp -o pharmacy     |     ./pharmacy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27432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STRUCTURE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21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struct Medicine — Data Design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65760" y="10607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46E7A"/>
                </a:solidFill>
              </a:rPr>
              <a:t>7 fields capture all medicine information in one unit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C87"/>
                </a:solidFill>
              </a:rPr>
              <a:t>Pharmacy Management System  |  Aayush Jadhav  |  Roll No: 150096725008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53312"/>
            <a:ext cx="4663440" cy="29260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533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Medicine  {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682496"/>
            <a:ext cx="128016" cy="310896"/>
          </a:xfrm>
          <a:prstGeom prst="rect">
            <a:avLst/>
          </a:prstGeom>
          <a:solidFill>
            <a:srgbClr val="007C87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" y="1682496"/>
            <a:ext cx="4535424" cy="310896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" y="16824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id;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87168" y="168249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Unique identifier for each medicine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066544"/>
            <a:ext cx="128016" cy="31089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" y="2066544"/>
            <a:ext cx="4535424" cy="310896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" y="20665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87168" y="206654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Medicine name entered by user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450592"/>
            <a:ext cx="128016" cy="31089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" y="2450592"/>
            <a:ext cx="4535424" cy="310896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" y="245059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quantity;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87168" y="245059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Units currently in stock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834640"/>
            <a:ext cx="128016" cy="310896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" y="2834640"/>
            <a:ext cx="4535424" cy="310896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" y="28346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price;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87168" y="283464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Price per unit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218688"/>
            <a:ext cx="128016" cy="31089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" y="3218688"/>
            <a:ext cx="4535424" cy="310896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" y="32186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expDay;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87168" y="321868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Expiry date — day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602736"/>
            <a:ext cx="128016" cy="31089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056" y="3602736"/>
            <a:ext cx="4535424" cy="310896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" y="36027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expMonth;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487168" y="360273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Expiry date — month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3986784"/>
            <a:ext cx="128016" cy="31089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8056" y="3986784"/>
            <a:ext cx="4535424" cy="310896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" y="39867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expYear;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487168" y="398678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Expiry date — year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4370832"/>
            <a:ext cx="4663440" cy="29260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3708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212080" y="1353312"/>
            <a:ext cx="361188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0" y="135331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Global Variables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212080" y="1737360"/>
            <a:ext cx="91440" cy="420624"/>
          </a:xfrm>
          <a:prstGeom prst="rect">
            <a:avLst/>
          </a:prstGeom>
          <a:solidFill>
            <a:srgbClr val="007C87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03520" y="1737360"/>
            <a:ext cx="352044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76672" y="17556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Medicine medicines[50];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76672" y="19568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Fixed array — holds up to 50 medicines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212080" y="2267712"/>
            <a:ext cx="91440" cy="42062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03520" y="2267712"/>
            <a:ext cx="352044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76672" y="2286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countMed = 0;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376672" y="24871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Tracks how many are currently stored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212080" y="2798064"/>
            <a:ext cx="91440" cy="42062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03520" y="2798064"/>
            <a:ext cx="352044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76672" y="28163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todayDay;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76672" y="3017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Today's date — entered at startup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212080" y="3328416"/>
            <a:ext cx="91440" cy="42062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03520" y="3328416"/>
            <a:ext cx="352044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76672" y="33467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todayMonth;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376672" y="35478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Used by isExpired() for comparison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212080" y="3858768"/>
            <a:ext cx="91440" cy="42062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03520" y="3858768"/>
            <a:ext cx="352044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76672" y="38770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todayYear;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376672" y="407822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All three are global — accessible everywhere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274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KEY FUNCTION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21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bool isExpired(Medicine m) — How Expiry Works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65760" y="10607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46E7A"/>
                </a:solidFill>
              </a:rPr>
              <a:t>Cascade check: year → month → day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C87"/>
                </a:solidFill>
              </a:rPr>
              <a:t>Pharmacy Management System  |  Aayush Jadhav  |  Roll No: 150096725008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53312"/>
            <a:ext cx="4937760" cy="274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533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isExpired(Medicine m)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700784"/>
            <a:ext cx="292608" cy="5669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00784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9224" y="1700784"/>
            <a:ext cx="4553712" cy="566928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" y="1746504"/>
            <a:ext cx="4370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if(m.expYear &lt; todayYear)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true;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395728"/>
            <a:ext cx="292608" cy="5669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395728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9224" y="2395728"/>
            <a:ext cx="4553712" cy="566928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" y="2441448"/>
            <a:ext cx="4370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if(expYear==todayYear &amp;&amp;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m.expMonth &lt; todayMonth)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true;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090672"/>
            <a:ext cx="292608" cy="56692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090672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9224" y="3090672"/>
            <a:ext cx="4553712" cy="566928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" y="3136392"/>
            <a:ext cx="4370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if(year==today &amp;&amp; month==today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&amp;&amp; m.expDay &lt; todayDay)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true;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785616"/>
            <a:ext cx="292608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785616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9224" y="3785616"/>
            <a:ext cx="4553712" cy="566928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" y="3831336"/>
            <a:ext cx="4370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false;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49240" y="1353312"/>
            <a:ext cx="3474720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1353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Called From 2 Places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49240" y="1700784"/>
            <a:ext cx="3474720" cy="274320"/>
          </a:xfrm>
          <a:prstGeom prst="rect">
            <a:avLst/>
          </a:prstGeom>
          <a:solidFill>
            <a:srgbClr val="007C87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17007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viewMedicines()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49240" y="2011680"/>
            <a:ext cx="146304" cy="256032"/>
          </a:xfrm>
          <a:prstGeom prst="rect">
            <a:avLst/>
          </a:prstGeom>
          <a:solidFill>
            <a:srgbClr val="007C87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2120" y="201168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for loop → isExpired(medicines[i])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49240" y="2340864"/>
            <a:ext cx="146304" cy="256032"/>
          </a:xfrm>
          <a:prstGeom prst="rect">
            <a:avLst/>
          </a:prstGeom>
          <a:solidFill>
            <a:srgbClr val="007C87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234086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If true: prints  --&gt; EXPIRED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49240" y="2670048"/>
            <a:ext cx="146304" cy="256032"/>
          </a:xfrm>
          <a:prstGeom prst="rect">
            <a:avLst/>
          </a:prstGeom>
          <a:solidFill>
            <a:srgbClr val="007C87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32120" y="2670048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Does NOT block display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349240" y="3163824"/>
            <a:ext cx="3474720" cy="274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40680" y="31638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sellMedicine()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49240" y="3474720"/>
            <a:ext cx="146304" cy="2560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32120" y="347472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After finding medicine by ID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49240" y="3803904"/>
            <a:ext cx="146304" cy="2560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380390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if(isExpired) → print error, return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349240" y="4133088"/>
            <a:ext cx="146304" cy="2560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32120" y="4133088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BLOCKS sale — safety enforced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4480560"/>
            <a:ext cx="8503920" cy="23774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48056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CC1"/>
                </a:solidFill>
              </a:rPr>
              <a:t>Example: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 = 15/03/2025  |  Medicine expiry = 01/01/2025  →  expYear(2025)==todayYear  AND  expMonth(1) &lt; todayMonth(3)  →  EXPIRED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FUNCTIONS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21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Three Core Functions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65760" y="10607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46E7A"/>
                </a:solidFill>
              </a:rPr>
              <a:t>addMedicine()  ·  viewMedicines()  ·  sellMedicine()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C87"/>
                </a:solidFill>
              </a:rPr>
              <a:t>Pharmacy Management System  |  Aayush Jadhav  |  Roll No: 150096725008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53312"/>
            <a:ext cx="2706624" cy="329184"/>
          </a:xfrm>
          <a:prstGeom prst="rect">
            <a:avLst/>
          </a:prstGeom>
          <a:solidFill>
            <a:srgbClr val="007C87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5331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addMedicine()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737360"/>
            <a:ext cx="274320" cy="804672"/>
          </a:xfrm>
          <a:prstGeom prst="rect">
            <a:avLst/>
          </a:prstGeom>
          <a:solidFill>
            <a:srgbClr val="007C87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37360"/>
            <a:ext cx="27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1737360"/>
            <a:ext cx="2432304" cy="402336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78308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m.id, m.name,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m.quantity, m.price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2139696"/>
            <a:ext cx="243230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2139696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Reads 4 basic fields one by one from user input via cin &gt;&gt;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706624"/>
            <a:ext cx="274320" cy="804672"/>
          </a:xfrm>
          <a:prstGeom prst="rect">
            <a:avLst/>
          </a:prstGeom>
          <a:solidFill>
            <a:srgbClr val="007C87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706624"/>
            <a:ext cx="27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2706624"/>
            <a:ext cx="2432304" cy="402336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75234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m.expDay,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m.expMonth, m.expYear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3108960"/>
            <a:ext cx="243230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310896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Reads 3 expiry date fields separately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675888"/>
            <a:ext cx="274320" cy="804672"/>
          </a:xfrm>
          <a:prstGeom prst="rect">
            <a:avLst/>
          </a:prstGeom>
          <a:solidFill>
            <a:srgbClr val="007C87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675888"/>
            <a:ext cx="27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" y="3675888"/>
            <a:ext cx="2432304" cy="402336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72160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medicines[countMed] = m;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countMed++;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4078224"/>
            <a:ext cx="243230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" y="4078224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Stores Medicine struct in global array, increments counter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154680" y="1353312"/>
            <a:ext cx="2706624" cy="32918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135331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viewMedicines()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154680" y="1737360"/>
            <a:ext cx="274320" cy="8046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54680" y="1737360"/>
            <a:ext cx="27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429000" y="1737360"/>
            <a:ext cx="2432304" cy="402336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178308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if(countMed == 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return;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29000" y="2139696"/>
            <a:ext cx="243230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83864" y="2139696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Guard: exits immediately if no medicines stored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154680" y="2706624"/>
            <a:ext cx="274320" cy="8046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54680" y="2706624"/>
            <a:ext cx="27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429000" y="2706624"/>
            <a:ext cx="2432304" cy="402336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275234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for(i=0; i&lt;countMed; i++)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fields...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29000" y="3108960"/>
            <a:ext cx="243230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83864" y="310896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Prints ID, Name, Qty, Price and Expiry for each medicine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154680" y="3675888"/>
            <a:ext cx="274320" cy="8046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54680" y="3675888"/>
            <a:ext cx="27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429000" y="3675888"/>
            <a:ext cx="2432304" cy="402336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372160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if(isExpired(medicines[i]))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EXPIRED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29000" y="4078224"/>
            <a:ext cx="243230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83864" y="4078224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Calls isExpired() — prints flag if true, no blocking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989320" y="1353312"/>
            <a:ext cx="2706624" cy="32918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80760" y="135331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sellMedicine()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989320" y="1737360"/>
            <a:ext cx="274320" cy="8046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89320" y="1737360"/>
            <a:ext cx="27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263640" y="1737360"/>
            <a:ext cx="2432304" cy="402336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55080" y="178308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loop: medicines[i].id==id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63640" y="2139696"/>
            <a:ext cx="243230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18504" y="2139696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Searches array linearly for matching medicine ID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989320" y="2706624"/>
            <a:ext cx="274320" cy="8046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89320" y="2706624"/>
            <a:ext cx="27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263640" y="2706624"/>
            <a:ext cx="2432304" cy="402336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55080" y="275234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if(isExpired(...))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return;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63640" y="3108960"/>
            <a:ext cx="243230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18504" y="310896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SAFETY CHECK — cannot proceed if medicine is expired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989320" y="3675888"/>
            <a:ext cx="274320" cy="8046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89320" y="3675888"/>
            <a:ext cx="27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263640" y="3675888"/>
            <a:ext cx="2432304" cy="402336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55080" y="372160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if(qty &gt;= requested)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quantity -= qty;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263640" y="4078224"/>
            <a:ext cx="243230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18504" y="4078224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Stock check then deduction, or prints 'Not enough stock'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PROGRAM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21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main() — Program Flow &amp; Menu Loop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65760" y="10607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46E7A"/>
                </a:solidFill>
              </a:rPr>
              <a:t>Startup → date entry → do-while menu → exit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C87"/>
                </a:solidFill>
              </a:rPr>
              <a:t>Pharmacy Management System  |  Aayush Jadhav  |  Roll No: 150096725008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353312"/>
            <a:ext cx="1353312" cy="914400"/>
          </a:xfrm>
          <a:prstGeom prst="rect">
            <a:avLst/>
          </a:prstGeom>
          <a:solidFill>
            <a:srgbClr val="007C87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" y="137160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START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83464" y="1645920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EF0"/>
                </a:solidFill>
              </a:rPr>
              <a:t>./pharmacy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00200" y="1664208"/>
            <a:ext cx="128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C87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691640" y="1353312"/>
            <a:ext cx="1353312" cy="91440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46504" y="137160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DATE ENTRY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46504" y="1645920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EF0"/>
                </a:solidFill>
              </a:rPr>
              <a:t>Enter today: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EF0"/>
                </a:solidFill>
              </a:rPr>
              <a:t>Day/Month/Year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63240" y="1664208"/>
            <a:ext cx="128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C87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154680" y="1353312"/>
            <a:ext cx="1353312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9544" y="137160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SHOW MENU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9544" y="1645920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EF0"/>
                </a:solidFill>
              </a:rPr>
              <a:t>Print 3 options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EF0"/>
                </a:solidFill>
              </a:rPr>
              <a:t>+ read choice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26280" y="1664208"/>
            <a:ext cx="128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C87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17720" y="1353312"/>
            <a:ext cx="1353312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2584" y="137160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switch(choice)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72584" y="1645920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EF0"/>
                </a:solidFill>
              </a:rPr>
              <a:t>Dispatch 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EF0"/>
                </a:solidFill>
              </a:rPr>
              <a:t>function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89320" y="1664208"/>
            <a:ext cx="128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C87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80760" y="1353312"/>
            <a:ext cx="1353312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35624" y="137160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LOOP BACK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35624" y="1645920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EF0"/>
                </a:solidFill>
              </a:rPr>
              <a:t>do-while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EF0"/>
                </a:solidFill>
              </a:rPr>
              <a:t>until choice==0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452360" y="1664208"/>
            <a:ext cx="128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C87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543800" y="1353312"/>
            <a:ext cx="1353312" cy="9144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98664" y="137160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EXIT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598664" y="1645920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EF0"/>
                </a:solidFill>
              </a:rPr>
              <a:t>return 0;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2432304"/>
            <a:ext cx="4114800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4323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C87"/>
                </a:solidFill>
              </a:rPr>
              <a:t>MENU OUTPUT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2734056"/>
            <a:ext cx="4114800" cy="173736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2779776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PHARMACY SYSTEM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Add Medicine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View Medicines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Sell Medicine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Exit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choice: _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2432304"/>
            <a:ext cx="4160520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43230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C87"/>
                </a:solidFill>
              </a:rPr>
              <a:t>SWITCH DISPATCH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2734056"/>
            <a:ext cx="914400" cy="292608"/>
          </a:xfrm>
          <a:prstGeom prst="rect">
            <a:avLst/>
          </a:prstGeom>
          <a:solidFill>
            <a:srgbClr val="007C87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0016" y="2734056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1: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577840" y="2734056"/>
            <a:ext cx="3246120" cy="292608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50992" y="2734056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addMedicine()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3081528"/>
            <a:ext cx="914400" cy="2926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0016" y="3081528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2: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577840" y="3081528"/>
            <a:ext cx="3246120" cy="292608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50992" y="3081528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viewMedicines()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3429000"/>
            <a:ext cx="914400" cy="2926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0016" y="342900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3: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577840" y="3429000"/>
            <a:ext cx="3246120" cy="292608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50992" y="3429000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sellMedicine()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63440" y="3776472"/>
            <a:ext cx="914400" cy="29260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0016" y="3776472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0: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77840" y="3776472"/>
            <a:ext cx="3246120" cy="292608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50992" y="3776472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"Exiting" + break loop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63440" y="4123944"/>
            <a:ext cx="914400" cy="2926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00016" y="4123944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default: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577840" y="4123944"/>
            <a:ext cx="3246120" cy="292608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50992" y="4123944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"Invalid choice"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274320"/>
          </a:xfrm>
          <a:prstGeom prst="rect">
            <a:avLst/>
          </a:prstGeom>
          <a:solidFill>
            <a:srgbClr val="007C87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CAF9"/>
                </a:solidFill>
              </a:rPr>
              <a:t>A clean, complete pharmacy system built with fundamental C++ concepts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160520" cy="1298448"/>
          </a:xfrm>
          <a:prstGeom prst="rect">
            <a:avLst/>
          </a:prstGeom>
          <a:solidFill>
            <a:srgbClr val="0A1A2E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63040"/>
            <a:ext cx="4160520" cy="292608"/>
          </a:xfrm>
          <a:prstGeom prst="rect">
            <a:avLst/>
          </a:prstGeom>
          <a:solidFill>
            <a:srgbClr val="007C87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463040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struct Medicine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" y="1828800"/>
            <a:ext cx="4005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Groups 7 related fields into one unit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Passed by value to isExpired()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Stored in a global fixed-size array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160520" cy="1298448"/>
          </a:xfrm>
          <a:prstGeom prst="rect">
            <a:avLst/>
          </a:prstGeom>
          <a:solidFill>
            <a:srgbClr val="0A1A2E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463040"/>
            <a:ext cx="4160520" cy="2926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1456" y="1463040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Expiry Safety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91456" y="1828800"/>
            <a:ext cx="4005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isExpired() called before every sale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Cascade check: year → month → day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Cannot sell expired medicine — enforced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907792"/>
            <a:ext cx="4160520" cy="1298448"/>
          </a:xfrm>
          <a:prstGeom prst="rect">
            <a:avLst/>
          </a:prstGeom>
          <a:solidFill>
            <a:srgbClr val="0A1A2E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907792"/>
            <a:ext cx="4160520" cy="2926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" y="290779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Global Arrays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" y="3273552"/>
            <a:ext cx="4005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medicines[50] — no dynamic memory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countMed tracks current count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todayDay/Month/Year set once at startup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907792"/>
            <a:ext cx="4160520" cy="1298448"/>
          </a:xfrm>
          <a:prstGeom prst="rect">
            <a:avLst/>
          </a:prstGeom>
          <a:solidFill>
            <a:srgbClr val="0A1A2E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907792"/>
            <a:ext cx="4160520" cy="29260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290779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C++ Concepts Used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91456" y="3273552"/>
            <a:ext cx="4005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struct, global variables, bool function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do-while loop, switch-case dispatch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Linear search, pass struct by value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C87"/>
                </a:solidFill>
              </a:rPr>
              <a:t>Pharmacy Management System  |  Aayush Jadhav  |  Roll No: 150096725008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2026-03-12T21:07:29Z</dcterms:created>
  <dcterms:modified xsi:type="dcterms:W3CDTF">2026-03-12T21:07:29Z</dcterms:modified>
</cp:coreProperties>
</file>