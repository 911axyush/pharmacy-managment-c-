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457200"/>
            <a:ext cx="2926080" cy="292608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914400"/>
            <a:ext cx="2011680" cy="201168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411480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C++ Console-Based Inventory &amp; Sales Application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5029200" cy="128016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6118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Aayush Jadhav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AA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150096725008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8016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73152" cy="1508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4173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Purpose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" y="18288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pharmacy inventory tracking, medicine sales, and expiry management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28016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280160"/>
            <a:ext cx="73152" cy="1508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4173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Technology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73752" y="18288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in C++ using file I/O, structs, and procedural programming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301752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017520"/>
            <a:ext cx="73152" cy="1508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154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Storage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8912" y="35661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persisted in a text file (medicines.txt) for session continuity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09160" y="301752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3017520"/>
            <a:ext cx="73152" cy="1508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3154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73752" y="35661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pharmacy staff to manage stocks with minimal complexity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234440"/>
            <a:ext cx="2743200" cy="1554480"/>
          </a:xfrm>
          <a:prstGeom prst="rect">
            <a:avLst/>
          </a:prstGeom>
          <a:solidFill>
            <a:srgbClr val="E8F4F8"/>
          </a:solidFill>
          <a:ln w="12700">
            <a:solidFill>
              <a:srgbClr val="C8E6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78408" y="1399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Medicine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medicine ID, name, quantity, price, and expiry date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72968" y="1234440"/>
            <a:ext cx="2743200" cy="1554480"/>
          </a:xfrm>
          <a:prstGeom prst="rect">
            <a:avLst/>
          </a:prstGeom>
          <a:solidFill>
            <a:srgbClr val="E8F4F8"/>
          </a:solidFill>
          <a:ln w="12700">
            <a:solidFill>
              <a:srgbClr val="C8E6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0128" y="13716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22776" y="1399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Inventory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19202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all medicines with expiry status marked clearly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17336" y="1234440"/>
            <a:ext cx="2743200" cy="1554480"/>
          </a:xfrm>
          <a:prstGeom prst="rect">
            <a:avLst/>
          </a:prstGeom>
          <a:solidFill>
            <a:srgbClr val="E8F4F8"/>
          </a:solidFill>
          <a:ln w="12700">
            <a:solidFill>
              <a:srgbClr val="C8E6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54496" y="13716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67144" y="1399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Medicine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54496" y="19202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stock on sale, block expired medicine from being sold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2971800"/>
            <a:ext cx="2743200" cy="1554480"/>
          </a:xfrm>
          <a:prstGeom prst="rect">
            <a:avLst/>
          </a:prstGeom>
          <a:solidFill>
            <a:srgbClr val="E8F4F8"/>
          </a:solidFill>
          <a:ln w="12700">
            <a:solidFill>
              <a:srgbClr val="C8E6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10896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78408" y="3136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Detection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36576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Auto-compares medicine expiry date with today's date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72968" y="2971800"/>
            <a:ext cx="2743200" cy="1554480"/>
          </a:xfrm>
          <a:prstGeom prst="rect">
            <a:avLst/>
          </a:prstGeom>
          <a:solidFill>
            <a:srgbClr val="E8F4F8"/>
          </a:solidFill>
          <a:ln w="12700">
            <a:solidFill>
              <a:srgbClr val="C8E6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10128" y="310896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22776" y="3136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Persistence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10128" y="36576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and loads medicine data from medicines.txt file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17336" y="2971800"/>
            <a:ext cx="2743200" cy="1554480"/>
          </a:xfrm>
          <a:prstGeom prst="rect">
            <a:avLst/>
          </a:prstGeom>
          <a:solidFill>
            <a:srgbClr val="E8F4F8"/>
          </a:solidFill>
          <a:ln w="12700">
            <a:solidFill>
              <a:srgbClr val="C8E6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54496" y="310896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4496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67144" y="3136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54496" y="36576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ID lookup and stock availability before processing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0"/>
            <a:ext cx="182880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417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737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entry &amp; menu loop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0" y="1371600"/>
            <a:ext cx="182880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88920" y="1417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loadFile()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88920" y="1737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from medicines.txt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212080" y="1371600"/>
            <a:ext cx="182880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57800" y="1417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saveFile()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57800" y="1737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 medicines.txt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188720" y="2103120"/>
            <a:ext cx="0" cy="5486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0" y="2103120"/>
            <a:ext cx="0" cy="5486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2103120"/>
            <a:ext cx="0" cy="5486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017520"/>
            <a:ext cx="2011680" cy="777240"/>
          </a:xfrm>
          <a:prstGeom prst="rect">
            <a:avLst/>
          </a:prstGeom>
          <a:solidFill>
            <a:srgbClr val="0A2342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" y="3063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addMedicine()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34015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medicine entry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0" y="3017520"/>
            <a:ext cx="2011680" cy="777240"/>
          </a:xfrm>
          <a:prstGeom prst="rect">
            <a:avLst/>
          </a:prstGeom>
          <a:solidFill>
            <a:srgbClr val="0A2342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88920" y="3063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viewMedicines()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88920" y="34015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with expiry check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03520" y="3017520"/>
            <a:ext cx="2011680" cy="777240"/>
          </a:xfrm>
          <a:prstGeom prst="rect">
            <a:avLst/>
          </a:prstGeom>
          <a:solidFill>
            <a:srgbClr val="0A2342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49240" y="3063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sellMedicine()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49240" y="34015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&amp; update stock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406640" y="2194560"/>
            <a:ext cx="1554480" cy="777240"/>
          </a:xfrm>
          <a:prstGeom prst="rect">
            <a:avLst/>
          </a:prstGeom>
          <a:solidFill>
            <a:srgbClr val="0A2342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452360" y="2240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isExpired()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52360" y="25786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comparison logic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4114800"/>
            <a:ext cx="8595360" cy="640080"/>
          </a:xfrm>
          <a:prstGeom prst="rect">
            <a:avLst/>
          </a:prstGeom>
          <a:solidFill>
            <a:srgbClr val="EBF8F9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Structure: struct Medicine { int id; string name; int quantity; float price; int expDay, expMonth, expYear; }  →  Medicine med[50]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&amp; File Handling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8016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" y="1691640"/>
            <a:ext cx="0" cy="29260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9844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starts → loadFile() reads medicines.txt into med[] array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984248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984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" y="2395728"/>
            <a:ext cx="0" cy="29260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00253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today's date (day/month/year) for expiry comparison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688336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6883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" y="3099816"/>
            <a:ext cx="0" cy="29260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70662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performed: Add, View, or Sell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3392424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3924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" y="3803904"/>
            <a:ext cx="0" cy="29260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41071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any modification, saveFile() writes updated data back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4096512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096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41148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format: id name quantity price expDay expMonth expYear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303520" y="1234440"/>
            <a:ext cx="3566160" cy="3474720"/>
          </a:xfrm>
          <a:prstGeom prst="rect">
            <a:avLst/>
          </a:prstGeom>
          <a:solidFill>
            <a:srgbClr val="F8FAFA"/>
          </a:solidFill>
          <a:ln w="12700">
            <a:solidFill>
              <a:srgbClr val="C8E6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303520" y="1234440"/>
            <a:ext cx="356616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12618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medicines.txt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303520" y="1783080"/>
            <a:ext cx="3566160" cy="457200"/>
          </a:xfrm>
          <a:prstGeom prst="rect">
            <a:avLst/>
          </a:prstGeom>
          <a:solidFill>
            <a:srgbClr val="EEF7F8"/>
          </a:solidFill>
          <a:ln w="12700">
            <a:solidFill>
              <a:srgbClr val="EEF7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0680" y="18562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 Paracetamol 50 12.50 15 6 2025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40680" y="2313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 Amoxicillin 30 45.00 20 3 2024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303520" y="2697480"/>
            <a:ext cx="3566160" cy="457200"/>
          </a:xfrm>
          <a:prstGeom prst="rect">
            <a:avLst/>
          </a:prstGeom>
          <a:solidFill>
            <a:srgbClr val="EEF7F8"/>
          </a:solidFill>
          <a:ln w="12700">
            <a:solidFill>
              <a:srgbClr val="EEF7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40680" y="27706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103 Ibuprofen 80 18.75 1 12 2025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40680" y="32278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 Cetirizine 100 8.00 30 9 2026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303520" y="3611880"/>
            <a:ext cx="3566160" cy="457200"/>
          </a:xfrm>
          <a:prstGeom prst="rect">
            <a:avLst/>
          </a:prstGeom>
          <a:solidFill>
            <a:srgbClr val="EEF7F8"/>
          </a:solidFill>
          <a:ln w="12700">
            <a:solidFill>
              <a:srgbClr val="EEF7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40680" y="36850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105 Omeprazole 25 22.50 10 1 2025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Logic &amp; Code Highlights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5120640" cy="2743200"/>
          </a:xfrm>
          <a:prstGeom prst="rect">
            <a:avLst/>
          </a:prstGeom>
          <a:solidFill>
            <a:srgbClr val="0D1117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51206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161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isExpired()  — Expiry Check Function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6002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" y="17830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isExpired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19659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(Medicine m) {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21488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if(m.expYear &lt; todayYear) 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23317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return true;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25146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if(expYear==todayYear &amp;&amp;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26974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expMonth&lt;todayMonth)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" y="28803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return true;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30632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if(same year+month &amp;&amp;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4048" y="32461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expDay&lt;todayDay)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84048" y="34290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return true;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4048" y="36118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false; }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0" y="1234440"/>
            <a:ext cx="32004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06440" y="13075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Year Check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06440" y="16184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expiry year &lt; current year → immediately expired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0" y="2194560"/>
            <a:ext cx="32004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806440" y="22677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Month Check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06440" y="257860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year but expiry month &lt; current month → expired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0" y="3154680"/>
            <a:ext cx="32004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806440" y="32278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  Day Check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06440" y="35387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year + month but day &lt; today → expired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In sellMedicine(): if isExpired(med[i]) → print error and return; prevents sale of outdated stock automatically.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393192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88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Current Limitations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3931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801368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099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array size of 50 medicines only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185416"/>
            <a:ext cx="3931920" cy="420624"/>
          </a:xfrm>
          <a:prstGeom prst="rect">
            <a:avLst/>
          </a:prstGeom>
          <a:solidFill>
            <a:srgbClr val="F9F9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2295144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20370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ID validation on add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679192"/>
            <a:ext cx="3931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788920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6974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Single-word medicine names (no spaces)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172968"/>
            <a:ext cx="3931920" cy="420624"/>
          </a:xfrm>
          <a:prstGeom prst="rect">
            <a:avLst/>
          </a:prstGeom>
          <a:solidFill>
            <a:srgbClr val="F9F9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3282696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19125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entered manually, no auto-detection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666744"/>
            <a:ext cx="3931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3776472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6850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delete or update functionality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160520"/>
            <a:ext cx="3931920" cy="420624"/>
          </a:xfrm>
          <a:prstGeom prst="rect">
            <a:avLst/>
          </a:prstGeom>
          <a:solidFill>
            <a:srgbClr val="F9F9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4270248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17880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password/login protection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1188720"/>
            <a:ext cx="393192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1188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Enhancements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937760" y="1691640"/>
            <a:ext cx="3931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47488" y="1801368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49240" y="17099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memory with linked lists/vectors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2185416"/>
            <a:ext cx="3931920" cy="420624"/>
          </a:xfrm>
          <a:prstGeom prst="rect">
            <a:avLst/>
          </a:prstGeom>
          <a:solidFill>
            <a:srgbClr val="F9F9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47488" y="2295144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49240" y="220370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using Qt or web-based interface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37760" y="2679192"/>
            <a:ext cx="3931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47488" y="278892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49240" y="26974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management &amp; purchase orders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37760" y="3172968"/>
            <a:ext cx="3931920" cy="420624"/>
          </a:xfrm>
          <a:prstGeom prst="rect">
            <a:avLst/>
          </a:prstGeom>
          <a:solidFill>
            <a:srgbClr val="F9F9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47488" y="3282696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49240" y="319125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alert notifications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937760" y="3666744"/>
            <a:ext cx="3931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47488" y="3776472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49240" y="36850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 (daily/monthly)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937760" y="4160520"/>
            <a:ext cx="3931920" cy="420624"/>
          </a:xfrm>
          <a:prstGeom prst="rect">
            <a:avLst/>
          </a:prstGeom>
          <a:solidFill>
            <a:srgbClr val="F9F9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47488" y="4270248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49240" y="417880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 (MySQL/SQLite)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371600" y="2743200"/>
            <a:ext cx="4572000" cy="45720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20040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17320"/>
            <a:ext cx="804672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527048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44475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A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demonstrates core C++ concepts: structs, arrays, file I/O, and functions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67128"/>
            <a:ext cx="804672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" y="2276856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A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functional pharmacy workflow suitable for small-scale pharmacy operations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16936"/>
            <a:ext cx="804672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026664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294436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A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date validation prevents dispensing of expired medicines, improving safety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666744"/>
            <a:ext cx="804672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3776472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369417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A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makes it easy to extend with new features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526280"/>
            <a:ext cx="8046720" cy="41148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55371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Aayush Jadhav   |   Roll No: 150096725008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Pharmacy Management System</dc:title>
  <dc:subject>PptxGenJS Presentation</dc:subject>
  <dc:creator>Aayush Jadhav</dc:creator>
  <cp:lastModifiedBy>Aayush Jadhav</cp:lastModifiedBy>
  <cp:revision>1</cp:revision>
  <dcterms:created xsi:type="dcterms:W3CDTF">2026-03-12T21:39:26Z</dcterms:created>
  <dcterms:modified xsi:type="dcterms:W3CDTF">2026-03-12T21:39:26Z</dcterms:modified>
</cp:coreProperties>
</file>